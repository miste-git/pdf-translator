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108598c623574e8a" /><Relationship Type="http://schemas.openxmlformats.org/officeDocument/2006/relationships/extended-properties" Target="/docProps/app.xml" Id="Rba007f847d6f4f31" /><Relationship Type="http://schemas.openxmlformats.org/officeDocument/2006/relationships/officeDocument" Target="/ppt/presentation.xml" Id="Rca6c2fcbda6442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4250e695b2b4071"/>
  </p:sldMasterIdLst>
  <p:notesMasterIdLst>
    <p:notesMasterId xmlns:r="http://schemas.openxmlformats.org/officeDocument/2006/relationships" r:id="R3411b6d5ac594ddd"/>
  </p:notesMasterIdLst>
  <p:sldIdLst>
    <p:sldId xmlns:r="http://schemas.openxmlformats.org/officeDocument/2006/relationships" id="256" r:id="R25a38d514a57437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040d980f45a446d6" /><Relationship Type="http://schemas.openxmlformats.org/officeDocument/2006/relationships/slideMaster" Target="/ppt/slideMasters/slideMaster1.xml" Id="Rd4250e695b2b4071" /><Relationship Type="http://schemas.openxmlformats.org/officeDocument/2006/relationships/notesMaster" Target="/ppt/notesMasters/notesMaster1.xml" Id="R3411b6d5ac594ddd" /><Relationship Type="http://schemas.openxmlformats.org/officeDocument/2006/relationships/presProps" Target="/ppt/presProps.xml" Id="Rc6fda91abd6d4db4" /><Relationship Type="http://schemas.openxmlformats.org/officeDocument/2006/relationships/tableStyles" Target="/ppt/tableStyles.xml" Id="Rcd2dd98368844f6d" /><Relationship Type="http://schemas.openxmlformats.org/officeDocument/2006/relationships/slide" Target="/ppt/slides/slide1.xml" Id="R25a38d514a57437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73092c103084289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e4cf4dde6864765" /><Relationship Type="http://schemas.openxmlformats.org/officeDocument/2006/relationships/notesMaster" Target="/ppt/notesMasters/notesMaster1.xml" Id="Rbffe971e1cf44705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e99cf15446344fb6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3ca814c76584607" /><Relationship Type="http://schemas.openxmlformats.org/officeDocument/2006/relationships/slideLayout" Target="/ppt/slideLayouts/slideLayout1.xml" Id="R5c12da0019394cf1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c12da0019394cf1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7090656ec3443c4" /><Relationship Type="http://schemas.openxmlformats.org/officeDocument/2006/relationships/notesSlide" Target="/ppt/notesSlides/notesSlide1.xml" Id="R536a5a7845fd4f7a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Roundtrip Title">
            <a:extLst xmlns:a="http://schemas.openxmlformats.org/drawingml/2006/main">
              <a:ext uri="{FF2B5EF4-FFF2-40B4-BE49-F238E27FC236}">
                <a16:creationId xmlns:a16="http://schemas.microsoft.com/office/drawing/2014/main" id="{B66DFEF1-96BA-44CC-9762-297DB8E813BB}"/>
              </a:ext>
            </a:extLst>
          </p:cNvPr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 rot="420000">
            <a:off x="685800" y="533400"/>
            <a:ext cx="7239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3300" b="1">
                <a:solidFill>
                  <a:srgbClr val="17365D"/>
                </a:solidFill>
              </a:defRPr>
            </a:pPr>
            <a:r>
              <a:rPr sz="3300" b="1">
                <a:solidFill>
                  <a:srgbClr val="17365D"/>
                </a:solidFill>
              </a:rPr>
              <a:t>Formatgetreuer PPTX-Roundtrip</a:t>
            </a:r>
          </a:p>
        </p:txBody>
      </p:sp>
      <p:grpSp>
        <p:nvGrpSpPr>
          <p:cNvPr id="20" name="Fixture Group"/>
          <p:cNvGrpSpPr/>
          <p:nvPr/>
        </p:nvGrpSpPr>
        <p:grpSpPr>
          <ns1:xfrm xmlns:ns1="http://schemas.openxmlformats.org/drawingml/2006/main">
            <ns1:off x="0" y="0"/>
            <ns1:ext cx="12192000" cy="6858000"/>
            <ns1:chOff x="0" y="0"/>
            <ns1:chExt cx="12192000" cy="6858000"/>
          </ns1:xfrm>
        </p:grpSpPr>
        <p:sp>
          <p:nvSpPr>
            <p:cNvPr id="2" name="Body Text">
              <a:extLst xmlns:a="http://schemas.openxmlformats.org/drawingml/2006/main">
                <a:ext uri="{FF2B5EF4-FFF2-40B4-BE49-F238E27FC236}">
                  <a16:creationId xmlns:a16="http://schemas.microsoft.com/office/drawing/2014/main" id="{168B033E-C57E-4A4F-A410-05FB7215E00E}"/>
                </a:ext>
              </a:extLst>
            </p:cNvPr>
            <p:cNvSpPr>
              <a:spLocks xmlns:a="http://schemas.openxmlformats.org/drawingml/2006/main" noGrp="1"/>
            </p:cNvSpPr>
            <p:nvPr/>
          </p:nvSpPr>
          <p:spPr>
            <a:xfrm xmlns:a="http://schemas.openxmlformats.org/drawingml/2006/main">
              <a:off x="685800" y="1666875"/>
              <a:ext cx="6191250" cy="1381125"/>
            </a:xfrm>
            <a:prstGeom xmlns:a="http://schemas.openxmlformats.org/drawingml/2006/main" prst="rect">
              <a:avLst/>
            </a:prstGeom>
            <a:noFill xmlns:a="http://schemas.openxmlformats.org/drawingml/2006/main"/>
            <a:ln xmlns:a="http://schemas.openxmlformats.org/drawingml/2006/main" w="19050">
              <a:solidFill>
                <a:srgbClr val="4472C4"/>
              </a:solidFill>
              <a:prstDash val="solid"/>
            </a:ln>
          </p:spPr>
          <p:txBody>
            <a:bodyPr xmlns:a="http://schemas.openxmlformats.org/drawingml/2006/main"/>
            <a:lstStyle xmlns:a="http://schemas.openxmlformats.org/drawingml/2006/main"/>
            <a:p xmlns:a="http://schemas.openxmlformats.org/drawingml/2006/main">
              <a:pPr>
                <a:defRPr sz="1800" i="1">
                  <a:solidFill>
                    <a:srgbClr val="333333"/>
                  </a:solidFill>
                </a:defRPr>
              </a:pPr>
              <a:r>
                <a:rPr sz="1800" i="1">
                  <a:solidFill>
                    <a:srgbClr val="333333"/>
                  </a:solidFill>
                </a:rPr>
                <a:t>Normaler Text mit dokumentierter Formatierung.</a:t>
              </a:r>
            </a:p>
          </p:txBody>
        </p:sp>
      </p:grpSp>
      <p:graphicFrame>
        <p:nvGraphicFramePr>
          <p:cNvPr id="6" name=""/>
          <p:cNvGraphicFramePr/>
          <p:nvPr/>
        </p:nvGraphicFramePr>
        <p:xfrm>
          <a:off xmlns:a="http://schemas.openxmlformats.org/drawingml/2006/main" x="685800" y="3619500"/>
          <a:ext xmlns:a="http://schemas.openxmlformats.org/drawingml/2006/main" cx="6858000" cy="161925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3429000"/>
                <a:gridCol w="3429000"/>
              </a:tblGrid>
              <a:tr h="809625">
                <a:tc>
                  <a:txBody>
                    <a:bodyPr/>
                    <a:lstStyle/>
                    <a:p>
                      <a:r>
                        <a:rPr sz="1500" b="1"/>
                        <a:t>Bereich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500" b="1"/>
                        <a:t>Status</a:t>
                      </a:r>
                    </a:p>
                  </a:txBody>
                  <a:tcPr marL="91440" marR="91440" marT="45720" marB="45720"/>
                </a:tc>
              </a:tr>
              <a:tr h="809625">
                <a:tc>
                  <a:txBody>
                    <a:bodyPr/>
                    <a:lstStyle/>
                    <a:p>
                      <a:r>
                        <a:rPr sz="1350"/>
                        <a:t>Tabelle</a:t>
                      </a:r>
                    </a:p>
                  </a:txBody>
                  <a:tcPr marL="91440" marR="91440" marT="45720" marB="45720"/>
                </a:tc>
                <a:tc>
                  <a:txBody>
                    <a:bodyPr/>
                    <a:lstStyle/>
                    <a:p>
                      <a:r>
                        <a:rPr sz="1350"/>
                        <a:t>Erfasst</a:t>
                      </a:r>
                    </a:p>
                  </a:txBody>
                  <a:tcPr marL="91440" marR="91440" marT="45720" marB="45720"/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59564595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2026-08-17T10:36:56.2750000Z</dcterms:created>
  <dcterms:modified xsi:type="dcterms:W3CDTF">2026-08-17T10:36:56.2750000Z</dcterms:modified>
</coreProperties>
</file>